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092E2-A514-4F1E-99DC-4558A1269F3A}" type="datetimeFigureOut">
              <a:rPr lang="es-CO" smtClean="0"/>
              <a:t>21/11/2025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75DE03A-F7CF-4C61-A1B8-0AF9E136FB9C}" type="slidenum">
              <a:rPr lang="es-CO" smtClean="0"/>
              <a:t>‹Nº›</a:t>
            </a:fld>
            <a:endParaRPr lang="es-CO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1659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092E2-A514-4F1E-99DC-4558A1269F3A}" type="datetimeFigureOut">
              <a:rPr lang="es-CO" smtClean="0"/>
              <a:t>21/11/2025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E03A-F7CF-4C61-A1B8-0AF9E136FB9C}" type="slidenum">
              <a:rPr lang="es-CO" smtClean="0"/>
              <a:t>‹Nº›</a:t>
            </a:fld>
            <a:endParaRPr lang="es-CO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532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092E2-A514-4F1E-99DC-4558A1269F3A}" type="datetimeFigureOut">
              <a:rPr lang="es-CO" smtClean="0"/>
              <a:t>21/11/2025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E03A-F7CF-4C61-A1B8-0AF9E136FB9C}" type="slidenum">
              <a:rPr lang="es-CO" smtClean="0"/>
              <a:t>‹Nº›</a:t>
            </a:fld>
            <a:endParaRPr lang="es-CO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352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092E2-A514-4F1E-99DC-4558A1269F3A}" type="datetimeFigureOut">
              <a:rPr lang="es-CO" smtClean="0"/>
              <a:t>21/11/2025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E03A-F7CF-4C61-A1B8-0AF9E136FB9C}" type="slidenum">
              <a:rPr lang="es-CO" smtClean="0"/>
              <a:t>‹Nº›</a:t>
            </a:fld>
            <a:endParaRPr lang="es-CO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078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092E2-A514-4F1E-99DC-4558A1269F3A}" type="datetimeFigureOut">
              <a:rPr lang="es-CO" smtClean="0"/>
              <a:t>21/11/2025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E03A-F7CF-4C61-A1B8-0AF9E136FB9C}" type="slidenum">
              <a:rPr lang="es-CO" smtClean="0"/>
              <a:t>‹Nº›</a:t>
            </a:fld>
            <a:endParaRPr lang="es-CO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722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092E2-A514-4F1E-99DC-4558A1269F3A}" type="datetimeFigureOut">
              <a:rPr lang="es-CO" smtClean="0"/>
              <a:t>21/11/2025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E03A-F7CF-4C61-A1B8-0AF9E136FB9C}" type="slidenum">
              <a:rPr lang="es-CO" smtClean="0"/>
              <a:t>‹Nº›</a:t>
            </a:fld>
            <a:endParaRPr lang="es-CO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6713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092E2-A514-4F1E-99DC-4558A1269F3A}" type="datetimeFigureOut">
              <a:rPr lang="es-CO" smtClean="0"/>
              <a:t>21/11/2025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E03A-F7CF-4C61-A1B8-0AF9E136FB9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23168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092E2-A514-4F1E-99DC-4558A1269F3A}" type="datetimeFigureOut">
              <a:rPr lang="es-CO" smtClean="0"/>
              <a:t>21/11/2025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E03A-F7CF-4C61-A1B8-0AF9E136FB9C}" type="slidenum">
              <a:rPr lang="es-CO" smtClean="0"/>
              <a:t>‹Nº›</a:t>
            </a:fld>
            <a:endParaRPr lang="es-CO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772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B1092E2-A514-4F1E-99DC-4558A1269F3A}" type="datetimeFigureOut">
              <a:rPr lang="es-CO" smtClean="0"/>
              <a:t>21/11/2025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E03A-F7CF-4C61-A1B8-0AF9E136FB9C}" type="slidenum">
              <a:rPr lang="es-CO" smtClean="0"/>
              <a:t>‹Nº›</a:t>
            </a:fld>
            <a:endParaRPr lang="es-CO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4933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092E2-A514-4F1E-99DC-4558A1269F3A}" type="datetimeFigureOut">
              <a:rPr lang="es-CO" smtClean="0"/>
              <a:t>21/11/2025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E03A-F7CF-4C61-A1B8-0AF9E136FB9C}" type="slidenum">
              <a:rPr lang="es-CO" smtClean="0"/>
              <a:t>‹Nº›</a:t>
            </a:fld>
            <a:endParaRPr lang="es-CO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895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092E2-A514-4F1E-99DC-4558A1269F3A}" type="datetimeFigureOut">
              <a:rPr lang="es-CO" smtClean="0"/>
              <a:t>21/11/2025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E03A-F7CF-4C61-A1B8-0AF9E136FB9C}" type="slidenum">
              <a:rPr lang="es-CO" smtClean="0"/>
              <a:t>‹Nº›</a:t>
            </a:fld>
            <a:endParaRPr lang="es-CO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099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092E2-A514-4F1E-99DC-4558A1269F3A}" type="datetimeFigureOut">
              <a:rPr lang="es-CO" smtClean="0"/>
              <a:t>21/11/2025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75DE03A-F7CF-4C61-A1B8-0AF9E136FB9C}" type="slidenum">
              <a:rPr lang="es-CO" smtClean="0"/>
              <a:t>‹Nº›</a:t>
            </a:fld>
            <a:endParaRPr lang="es-CO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720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243420-EAD9-40EB-42AE-A265A2681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813940"/>
            <a:ext cx="8637073" cy="2541431"/>
          </a:xfrm>
        </p:spPr>
        <p:txBody>
          <a:bodyPr/>
          <a:lstStyle/>
          <a:p>
            <a:r>
              <a:rPr lang="es-ES" dirty="0"/>
              <a:t>Agenda de contactos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C41DAF-2744-3AB6-D181-93410B680A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Deivid Benavides </a:t>
            </a:r>
          </a:p>
          <a:p>
            <a:r>
              <a:rPr lang="es-ES" dirty="0"/>
              <a:t>Mateo Vargas </a:t>
            </a:r>
          </a:p>
          <a:p>
            <a:r>
              <a:rPr lang="es-ES" dirty="0"/>
              <a:t>Mateo ramirez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6281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77734-57CF-1FE6-563A-C11E8574D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una Agenda de Contactos?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595E74-1DDD-4BBD-CC51-631C03D44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Una agenda de contactos es una herramienta digital o física donde se almacenan datos importantes de personas o entidades con las que necesitamos comunicarnos o mantener relación Incluye información como nombre, teléfono, correo electrónico, dirección, cargo y notas relevantes.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70056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C19452-EA3D-0809-E762-EC01D8523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Para que sirve</a:t>
            </a:r>
            <a:br>
              <a:rPr lang="es-ES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46906C-C130-82C4-D7B9-178D00ACB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 Nos puede facilita la comunicación</a:t>
            </a:r>
          </a:p>
          <a:p>
            <a:r>
              <a:rPr lang="es-ES" dirty="0"/>
              <a:t> Organiza la información: </a:t>
            </a:r>
          </a:p>
          <a:p>
            <a:r>
              <a:rPr lang="es-ES" dirty="0"/>
              <a:t> Mejora la productividad:</a:t>
            </a:r>
          </a:p>
          <a:p>
            <a:r>
              <a:rPr lang="es-ES" dirty="0"/>
              <a:t>Mantiene relaciones activas: </a:t>
            </a:r>
          </a:p>
          <a:p>
            <a:r>
              <a:rPr lang="es-ES" dirty="0"/>
              <a:t> Ayuda a tomar decisiones: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14773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C16F02-9445-D537-C6BA-81528D2E6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Tipos de Agendas de Contactos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29F912-49D3-E44B-6247-14DDC70E0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• Físicas: Libretas o cuadernos.</a:t>
            </a:r>
          </a:p>
          <a:p>
            <a:r>
              <a:rPr lang="es-CO" dirty="0"/>
              <a:t>• Digitales: Apps, teléfonos, Google </a:t>
            </a:r>
            <a:r>
              <a:rPr lang="es-CO" dirty="0" err="1"/>
              <a:t>Contacts</a:t>
            </a:r>
            <a:r>
              <a:rPr lang="es-CO" dirty="0"/>
              <a:t>, CRM.</a:t>
            </a:r>
          </a:p>
          <a:p>
            <a:r>
              <a:rPr lang="es-CO" dirty="0"/>
              <a:t>• Profesionales: Orientadas a contactos de negocio.</a:t>
            </a:r>
          </a:p>
          <a:p>
            <a:r>
              <a:rPr lang="es-CO" dirty="0"/>
              <a:t>• Personales: Amigos, familia, servicios</a:t>
            </a:r>
          </a:p>
        </p:txBody>
      </p:sp>
    </p:spTree>
    <p:extLst>
      <p:ext uri="{BB962C8B-B14F-4D97-AF65-F5344CB8AC3E}">
        <p14:creationId xmlns:p14="http://schemas.microsoft.com/office/powerpoint/2010/main" val="3482717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DCE7FF-B321-A103-19CF-9CDF0682E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Ventajas de usar una Agenda Digita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1CFA7E-0D4B-E983-707B-13834AFB9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S" b="1" dirty="0"/>
              <a:t>1. Acceso desde cualquier lugar</a:t>
            </a:r>
          </a:p>
          <a:p>
            <a:pPr marL="0" indent="0">
              <a:buNone/>
            </a:pPr>
            <a:r>
              <a:rPr lang="es-ES" dirty="0"/>
              <a:t> puede consultar y actualizar tus contactos, eventos o tareas desde tu celular, computador o </a:t>
            </a:r>
            <a:r>
              <a:rPr lang="es-ES" dirty="0" err="1"/>
              <a:t>tablet</a:t>
            </a:r>
            <a:r>
              <a:rPr lang="es-ES" dirty="0"/>
              <a:t>.</a:t>
            </a:r>
          </a:p>
          <a:p>
            <a:r>
              <a:rPr lang="es-ES" b="1" dirty="0"/>
              <a:t>2. Sin riesgo de pérdida</a:t>
            </a:r>
          </a:p>
          <a:p>
            <a:pPr marL="0" indent="0">
              <a:buNone/>
            </a:pPr>
            <a:r>
              <a:rPr lang="es-ES" dirty="0"/>
              <a:t> La agenda se respalda automáticamente en la nube, evitando que pierdas información si se daña o se pierde el dispositivo.</a:t>
            </a:r>
          </a:p>
          <a:p>
            <a:r>
              <a:rPr lang="es-ES" b="1" dirty="0"/>
              <a:t>3. Búsqueda rápida</a:t>
            </a:r>
          </a:p>
          <a:p>
            <a:pPr marL="0" indent="0">
              <a:buNone/>
            </a:pPr>
            <a:r>
              <a:rPr lang="es-ES"/>
              <a:t> Se encuentra </a:t>
            </a:r>
            <a:r>
              <a:rPr lang="es-ES" dirty="0"/>
              <a:t>contactos, fechas o notas en segundos usando el buscador, sin tener que revisar página por página.</a:t>
            </a:r>
          </a:p>
          <a:p>
            <a:r>
              <a:rPr lang="es-ES" b="1" dirty="0"/>
              <a:t>4. Organización eficiente</a:t>
            </a:r>
          </a:p>
          <a:p>
            <a:pPr marL="0" indent="0">
              <a:buNone/>
            </a:pPr>
            <a:r>
              <a:rPr lang="es-ES" dirty="0"/>
              <a:t> Puede categorizar contactos, poner etiquetas, agregar recordatorios, crear listas y añadir notas detalladas.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42337501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</TotalTime>
  <Words>240</Words>
  <Application>Microsoft Office PowerPoint</Application>
  <PresentationFormat>Panorámica</PresentationFormat>
  <Paragraphs>26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Galería</vt:lpstr>
      <vt:lpstr>Agenda de contactos</vt:lpstr>
      <vt:lpstr>¿Qué es una Agenda de Contactos?</vt:lpstr>
      <vt:lpstr>Para que sirve </vt:lpstr>
      <vt:lpstr>Tipos de Agendas de Contactos</vt:lpstr>
      <vt:lpstr>Ventajas de usar una Agenda Digita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Mateo Ramirez</dc:creator>
  <cp:lastModifiedBy>Mateo Ramirez</cp:lastModifiedBy>
  <cp:revision>1</cp:revision>
  <dcterms:created xsi:type="dcterms:W3CDTF">2025-11-22T04:34:23Z</dcterms:created>
  <dcterms:modified xsi:type="dcterms:W3CDTF">2025-11-22T04:44:58Z</dcterms:modified>
</cp:coreProperties>
</file>